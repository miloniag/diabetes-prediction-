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loni Agrawal" userId="792010043c149a6d" providerId="LiveId" clId="{6239F47F-00CD-4ACC-B146-27808735FBF4}"/>
    <pc:docChg chg="undo custSel addSld delSld modSld modMainMaster">
      <pc:chgData name="Miloni Agrawal" userId="792010043c149a6d" providerId="LiveId" clId="{6239F47F-00CD-4ACC-B146-27808735FBF4}" dt="2025-06-10T03:57:37.617" v="763" actId="14734"/>
      <pc:docMkLst>
        <pc:docMk/>
      </pc:docMkLst>
      <pc:sldChg chg="modSp mod">
        <pc:chgData name="Miloni Agrawal" userId="792010043c149a6d" providerId="LiveId" clId="{6239F47F-00CD-4ACC-B146-27808735FBF4}" dt="2025-06-10T03:48:45.685" v="708" actId="20577"/>
        <pc:sldMkLst>
          <pc:docMk/>
          <pc:sldMk cId="3941175281" sldId="256"/>
        </pc:sldMkLst>
        <pc:spChg chg="mod">
          <ac:chgData name="Miloni Agrawal" userId="792010043c149a6d" providerId="LiveId" clId="{6239F47F-00CD-4ACC-B146-27808735FBF4}" dt="2025-06-10T03:48:45.685" v="708" actId="20577"/>
          <ac:spMkLst>
            <pc:docMk/>
            <pc:sldMk cId="3941175281" sldId="256"/>
            <ac:spMk id="2" creationId="{388779D4-1B4A-52FD-7CF2-7D0DC480D9BF}"/>
          </ac:spMkLst>
        </pc:spChg>
        <pc:spChg chg="mod">
          <ac:chgData name="Miloni Agrawal" userId="792010043c149a6d" providerId="LiveId" clId="{6239F47F-00CD-4ACC-B146-27808735FBF4}" dt="2025-06-07T06:23:33.158" v="629" actId="20577"/>
          <ac:spMkLst>
            <pc:docMk/>
            <pc:sldMk cId="3941175281" sldId="256"/>
            <ac:spMk id="3" creationId="{A5BEEE93-F2C6-EA35-2095-2CBF2E14075B}"/>
          </ac:spMkLst>
        </pc:spChg>
        <pc:picChg chg="mod">
          <ac:chgData name="Miloni Agrawal" userId="792010043c149a6d" providerId="LiveId" clId="{6239F47F-00CD-4ACC-B146-27808735FBF4}" dt="2025-06-07T05:41:12.443" v="0" actId="1076"/>
          <ac:picMkLst>
            <pc:docMk/>
            <pc:sldMk cId="3941175281" sldId="256"/>
            <ac:picMk id="4" creationId="{FFDE2BA4-3F35-D9FC-2055-E90E4435E8AF}"/>
          </ac:picMkLst>
        </pc:picChg>
      </pc:sldChg>
      <pc:sldChg chg="modSp mod setBg modClrScheme chgLayout">
        <pc:chgData name="Miloni Agrawal" userId="792010043c149a6d" providerId="LiveId" clId="{6239F47F-00CD-4ACC-B146-27808735FBF4}" dt="2025-06-10T03:48:59.837" v="709" actId="20577"/>
        <pc:sldMkLst>
          <pc:docMk/>
          <pc:sldMk cId="1426253257" sldId="257"/>
        </pc:sldMkLst>
        <pc:spChg chg="mod ord">
          <ac:chgData name="Miloni Agrawal" userId="792010043c149a6d" providerId="LiveId" clId="{6239F47F-00CD-4ACC-B146-27808735FBF4}" dt="2025-06-07T06:19:00.176" v="572" actId="1076"/>
          <ac:spMkLst>
            <pc:docMk/>
            <pc:sldMk cId="1426253257" sldId="257"/>
            <ac:spMk id="2" creationId="{92FFDEBD-0165-44DC-744E-6A3CC47E1DEC}"/>
          </ac:spMkLst>
        </pc:spChg>
        <pc:spChg chg="mod ord">
          <ac:chgData name="Miloni Agrawal" userId="792010043c149a6d" providerId="LiveId" clId="{6239F47F-00CD-4ACC-B146-27808735FBF4}" dt="2025-06-10T03:48:59.837" v="709" actId="20577"/>
          <ac:spMkLst>
            <pc:docMk/>
            <pc:sldMk cId="1426253257" sldId="257"/>
            <ac:spMk id="3" creationId="{5093B702-718C-E3F2-2F51-E6E531980AE2}"/>
          </ac:spMkLst>
        </pc:spChg>
      </pc:sldChg>
      <pc:sldChg chg="modSp mod modClrScheme chgLayout">
        <pc:chgData name="Miloni Agrawal" userId="792010043c149a6d" providerId="LiveId" clId="{6239F47F-00CD-4ACC-B146-27808735FBF4}" dt="2025-06-10T03:49:56.599" v="744" actId="20577"/>
        <pc:sldMkLst>
          <pc:docMk/>
          <pc:sldMk cId="1882026560" sldId="258"/>
        </pc:sldMkLst>
        <pc:spChg chg="mod ord">
          <ac:chgData name="Miloni Agrawal" userId="792010043c149a6d" providerId="LiveId" clId="{6239F47F-00CD-4ACC-B146-27808735FBF4}" dt="2025-06-07T06:19:31.416" v="578" actId="1076"/>
          <ac:spMkLst>
            <pc:docMk/>
            <pc:sldMk cId="1882026560" sldId="258"/>
            <ac:spMk id="2" creationId="{45896A55-2DB4-EDAF-6AE2-AB7DD357AFE4}"/>
          </ac:spMkLst>
        </pc:spChg>
        <pc:spChg chg="mod ord">
          <ac:chgData name="Miloni Agrawal" userId="792010043c149a6d" providerId="LiveId" clId="{6239F47F-00CD-4ACC-B146-27808735FBF4}" dt="2025-06-10T03:49:56.599" v="744" actId="20577"/>
          <ac:spMkLst>
            <pc:docMk/>
            <pc:sldMk cId="1882026560" sldId="258"/>
            <ac:spMk id="4" creationId="{497FA0FB-0EC8-0510-6063-D0B482747F87}"/>
          </ac:spMkLst>
        </pc:spChg>
      </pc:sldChg>
      <pc:sldChg chg="modSp mod modClrScheme chgLayout">
        <pc:chgData name="Miloni Agrawal" userId="792010043c149a6d" providerId="LiveId" clId="{6239F47F-00CD-4ACC-B146-27808735FBF4}" dt="2025-06-07T06:24:37.743" v="632" actId="255"/>
        <pc:sldMkLst>
          <pc:docMk/>
          <pc:sldMk cId="3679946854" sldId="259"/>
        </pc:sldMkLst>
        <pc:spChg chg="mod ord">
          <ac:chgData name="Miloni Agrawal" userId="792010043c149a6d" providerId="LiveId" clId="{6239F47F-00CD-4ACC-B146-27808735FBF4}" dt="2025-06-07T06:20:05.618" v="584" actId="1076"/>
          <ac:spMkLst>
            <pc:docMk/>
            <pc:sldMk cId="3679946854" sldId="259"/>
            <ac:spMk id="2" creationId="{5751DF1D-58DA-3995-B59C-BA4D8BF86A26}"/>
          </ac:spMkLst>
        </pc:spChg>
        <pc:spChg chg="mod ord">
          <ac:chgData name="Miloni Agrawal" userId="792010043c149a6d" providerId="LiveId" clId="{6239F47F-00CD-4ACC-B146-27808735FBF4}" dt="2025-06-07T06:24:37.743" v="632" actId="255"/>
          <ac:spMkLst>
            <pc:docMk/>
            <pc:sldMk cId="3679946854" sldId="259"/>
            <ac:spMk id="3" creationId="{7848A6E6-8D57-BC8B-08BE-6E00BB020DEE}"/>
          </ac:spMkLst>
        </pc:spChg>
      </pc:sldChg>
      <pc:sldChg chg="modSp mod modClrScheme chgLayout">
        <pc:chgData name="Miloni Agrawal" userId="792010043c149a6d" providerId="LiveId" clId="{6239F47F-00CD-4ACC-B146-27808735FBF4}" dt="2025-06-07T06:20:37.249" v="593" actId="27636"/>
        <pc:sldMkLst>
          <pc:docMk/>
          <pc:sldMk cId="4253047696" sldId="260"/>
        </pc:sldMkLst>
        <pc:spChg chg="mod ord">
          <ac:chgData name="Miloni Agrawal" userId="792010043c149a6d" providerId="LiveId" clId="{6239F47F-00CD-4ACC-B146-27808735FBF4}" dt="2025-06-07T06:20:32.158" v="590" actId="1076"/>
          <ac:spMkLst>
            <pc:docMk/>
            <pc:sldMk cId="4253047696" sldId="260"/>
            <ac:spMk id="2" creationId="{8205AA6E-318C-950F-389F-A17A223E9671}"/>
          </ac:spMkLst>
        </pc:spChg>
        <pc:spChg chg="mod ord">
          <ac:chgData name="Miloni Agrawal" userId="792010043c149a6d" providerId="LiveId" clId="{6239F47F-00CD-4ACC-B146-27808735FBF4}" dt="2025-06-07T06:20:37.249" v="593" actId="27636"/>
          <ac:spMkLst>
            <pc:docMk/>
            <pc:sldMk cId="4253047696" sldId="260"/>
            <ac:spMk id="3" creationId="{74F5563A-C27C-FD47-AEA4-6E83EBDAD95D}"/>
          </ac:spMkLst>
        </pc:spChg>
      </pc:sldChg>
      <pc:sldChg chg="modSp mod modClrScheme chgLayout">
        <pc:chgData name="Miloni Agrawal" userId="792010043c149a6d" providerId="LiveId" clId="{6239F47F-00CD-4ACC-B146-27808735FBF4}" dt="2025-06-07T06:20:59.457" v="600" actId="1036"/>
        <pc:sldMkLst>
          <pc:docMk/>
          <pc:sldMk cId="2328643869" sldId="261"/>
        </pc:sldMkLst>
        <pc:spChg chg="mod ord">
          <ac:chgData name="Miloni Agrawal" userId="792010043c149a6d" providerId="LiveId" clId="{6239F47F-00CD-4ACC-B146-27808735FBF4}" dt="2025-06-07T06:20:51.192" v="596" actId="1076"/>
          <ac:spMkLst>
            <pc:docMk/>
            <pc:sldMk cId="2328643869" sldId="261"/>
            <ac:spMk id="2" creationId="{D28482E6-EA23-1B7B-D7D3-22AD6D329B48}"/>
          </ac:spMkLst>
        </pc:spChg>
        <pc:spChg chg="mod ord">
          <ac:chgData name="Miloni Agrawal" userId="792010043c149a6d" providerId="LiveId" clId="{6239F47F-00CD-4ACC-B146-27808735FBF4}" dt="2025-06-07T06:20:59.457" v="600" actId="1036"/>
          <ac:spMkLst>
            <pc:docMk/>
            <pc:sldMk cId="2328643869" sldId="261"/>
            <ac:spMk id="3" creationId="{0DFA3793-DB64-AA82-5929-2D6648E7F237}"/>
          </ac:spMkLst>
        </pc:spChg>
      </pc:sldChg>
      <pc:sldChg chg="modSp mod modClrScheme chgLayout">
        <pc:chgData name="Miloni Agrawal" userId="792010043c149a6d" providerId="LiveId" clId="{6239F47F-00CD-4ACC-B146-27808735FBF4}" dt="2025-06-10T03:53:28.868" v="761" actId="20577"/>
        <pc:sldMkLst>
          <pc:docMk/>
          <pc:sldMk cId="1715015212" sldId="262"/>
        </pc:sldMkLst>
        <pc:spChg chg="mod ord">
          <ac:chgData name="Miloni Agrawal" userId="792010043c149a6d" providerId="LiveId" clId="{6239F47F-00CD-4ACC-B146-27808735FBF4}" dt="2025-06-07T06:21:12.123" v="603" actId="1076"/>
          <ac:spMkLst>
            <pc:docMk/>
            <pc:sldMk cId="1715015212" sldId="262"/>
            <ac:spMk id="2" creationId="{4D2382DB-C547-40D7-1C27-941E09B64B35}"/>
          </ac:spMkLst>
        </pc:spChg>
        <pc:spChg chg="mod ord">
          <ac:chgData name="Miloni Agrawal" userId="792010043c149a6d" providerId="LiveId" clId="{6239F47F-00CD-4ACC-B146-27808735FBF4}" dt="2025-06-10T03:53:28.868" v="761" actId="20577"/>
          <ac:spMkLst>
            <pc:docMk/>
            <pc:sldMk cId="1715015212" sldId="262"/>
            <ac:spMk id="3" creationId="{9A197B65-6E12-FA0A-FBCE-6A20886905E5}"/>
          </ac:spMkLst>
        </pc:spChg>
      </pc:sldChg>
      <pc:sldChg chg="modSp mod modClrScheme chgLayout">
        <pc:chgData name="Miloni Agrawal" userId="792010043c149a6d" providerId="LiveId" clId="{6239F47F-00CD-4ACC-B146-27808735FBF4}" dt="2025-06-07T06:25:14.841" v="641" actId="255"/>
        <pc:sldMkLst>
          <pc:docMk/>
          <pc:sldMk cId="4177995697" sldId="263"/>
        </pc:sldMkLst>
        <pc:spChg chg="mod ord">
          <ac:chgData name="Miloni Agrawal" userId="792010043c149a6d" providerId="LiveId" clId="{6239F47F-00CD-4ACC-B146-27808735FBF4}" dt="2025-06-07T06:21:40.466" v="612" actId="1076"/>
          <ac:spMkLst>
            <pc:docMk/>
            <pc:sldMk cId="4177995697" sldId="263"/>
            <ac:spMk id="2" creationId="{5BC60A75-5DDD-59F2-8FBA-42F0C2CD5D17}"/>
          </ac:spMkLst>
        </pc:spChg>
        <pc:spChg chg="mod ord">
          <ac:chgData name="Miloni Agrawal" userId="792010043c149a6d" providerId="LiveId" clId="{6239F47F-00CD-4ACC-B146-27808735FBF4}" dt="2025-06-07T06:25:14.841" v="641" actId="255"/>
          <ac:spMkLst>
            <pc:docMk/>
            <pc:sldMk cId="4177995697" sldId="263"/>
            <ac:spMk id="3" creationId="{1B492928-B81E-62FE-81B9-250A54FDAD70}"/>
          </ac:spMkLst>
        </pc:spChg>
      </pc:sldChg>
      <pc:sldChg chg="addSp delSp modSp new mod chgLayout">
        <pc:chgData name="Miloni Agrawal" userId="792010043c149a6d" providerId="LiveId" clId="{6239F47F-00CD-4ACC-B146-27808735FBF4}" dt="2025-06-08T07:18:18.416" v="645" actId="1076"/>
        <pc:sldMkLst>
          <pc:docMk/>
          <pc:sldMk cId="235763230" sldId="264"/>
        </pc:sldMkLst>
        <pc:spChg chg="mod ord">
          <ac:chgData name="Miloni Agrawal" userId="792010043c149a6d" providerId="LiveId" clId="{6239F47F-00CD-4ACC-B146-27808735FBF4}" dt="2025-06-07T06:04:55.056" v="404" actId="14100"/>
          <ac:spMkLst>
            <pc:docMk/>
            <pc:sldMk cId="235763230" sldId="264"/>
            <ac:spMk id="2" creationId="{4018F299-F535-BC5F-A400-7B36314CAFEE}"/>
          </ac:spMkLst>
        </pc:spChg>
        <pc:picChg chg="add mod ord">
          <ac:chgData name="Miloni Agrawal" userId="792010043c149a6d" providerId="LiveId" clId="{6239F47F-00CD-4ACC-B146-27808735FBF4}" dt="2025-06-07T06:22:44.275" v="622" actId="14100"/>
          <ac:picMkLst>
            <pc:docMk/>
            <pc:sldMk cId="235763230" sldId="264"/>
            <ac:picMk id="4" creationId="{7010B60C-DFF4-0838-53B3-C26B58304959}"/>
          </ac:picMkLst>
        </pc:picChg>
        <pc:picChg chg="add mod">
          <ac:chgData name="Miloni Agrawal" userId="792010043c149a6d" providerId="LiveId" clId="{6239F47F-00CD-4ACC-B146-27808735FBF4}" dt="2025-06-07T06:22:31.409" v="619" actId="1076"/>
          <ac:picMkLst>
            <pc:docMk/>
            <pc:sldMk cId="235763230" sldId="264"/>
            <ac:picMk id="5" creationId="{5927BDD2-DB1D-D0BD-5A6C-E56D7A0CA416}"/>
          </ac:picMkLst>
        </pc:picChg>
        <pc:picChg chg="add mod">
          <ac:chgData name="Miloni Agrawal" userId="792010043c149a6d" providerId="LiveId" clId="{6239F47F-00CD-4ACC-B146-27808735FBF4}" dt="2025-06-07T06:06:17.426" v="436" actId="14100"/>
          <ac:picMkLst>
            <pc:docMk/>
            <pc:sldMk cId="235763230" sldId="264"/>
            <ac:picMk id="6" creationId="{B4340A7D-2F3F-F49E-E8AD-2A5E4CE2DCEF}"/>
          </ac:picMkLst>
        </pc:picChg>
        <pc:picChg chg="add mod">
          <ac:chgData name="Miloni Agrawal" userId="792010043c149a6d" providerId="LiveId" clId="{6239F47F-00CD-4ACC-B146-27808735FBF4}" dt="2025-06-07T06:05:56.525" v="431" actId="1076"/>
          <ac:picMkLst>
            <pc:docMk/>
            <pc:sldMk cId="235763230" sldId="264"/>
            <ac:picMk id="7" creationId="{54F39734-CB9B-97AA-D91B-C81C5EC10B63}"/>
          </ac:picMkLst>
        </pc:picChg>
        <pc:picChg chg="add mod">
          <ac:chgData name="Miloni Agrawal" userId="792010043c149a6d" providerId="LiveId" clId="{6239F47F-00CD-4ACC-B146-27808735FBF4}" dt="2025-06-08T07:18:18.416" v="645" actId="1076"/>
          <ac:picMkLst>
            <pc:docMk/>
            <pc:sldMk cId="235763230" sldId="264"/>
            <ac:picMk id="8" creationId="{E0D0857A-CAC7-618F-C493-187F9BD0E870}"/>
          </ac:picMkLst>
        </pc:picChg>
        <pc:picChg chg="add mod">
          <ac:chgData name="Miloni Agrawal" userId="792010043c149a6d" providerId="LiveId" clId="{6239F47F-00CD-4ACC-B146-27808735FBF4}" dt="2025-06-07T06:06:07.625" v="434" actId="1076"/>
          <ac:picMkLst>
            <pc:docMk/>
            <pc:sldMk cId="235763230" sldId="264"/>
            <ac:picMk id="9" creationId="{B1317DF1-384F-8F18-1189-9FEAFDD084CF}"/>
          </ac:picMkLst>
        </pc:picChg>
        <pc:picChg chg="add mod">
          <ac:chgData name="Miloni Agrawal" userId="792010043c149a6d" providerId="LiveId" clId="{6239F47F-00CD-4ACC-B146-27808735FBF4}" dt="2025-06-07T06:22:49.712" v="624" actId="1076"/>
          <ac:picMkLst>
            <pc:docMk/>
            <pc:sldMk cId="235763230" sldId="264"/>
            <ac:picMk id="10" creationId="{EF159EC8-E500-FD8C-980A-27757797F604}"/>
          </ac:picMkLst>
        </pc:picChg>
      </pc:sldChg>
      <pc:sldChg chg="addSp delSp modSp new mod">
        <pc:chgData name="Miloni Agrawal" userId="792010043c149a6d" providerId="LiveId" clId="{6239F47F-00CD-4ACC-B146-27808735FBF4}" dt="2025-06-07T06:17:14.636" v="545" actId="14100"/>
        <pc:sldMkLst>
          <pc:docMk/>
          <pc:sldMk cId="1065804894" sldId="265"/>
        </pc:sldMkLst>
        <pc:spChg chg="mod">
          <ac:chgData name="Miloni Agrawal" userId="792010043c149a6d" providerId="LiveId" clId="{6239F47F-00CD-4ACC-B146-27808735FBF4}" dt="2025-06-07T06:06:41.071" v="442" actId="14100"/>
          <ac:spMkLst>
            <pc:docMk/>
            <pc:sldMk cId="1065804894" sldId="265"/>
            <ac:spMk id="2" creationId="{8CC24208-2639-2E7E-C388-D93D8E6E1E2D}"/>
          </ac:spMkLst>
        </pc:spChg>
        <pc:picChg chg="add mod">
          <ac:chgData name="Miloni Agrawal" userId="792010043c149a6d" providerId="LiveId" clId="{6239F47F-00CD-4ACC-B146-27808735FBF4}" dt="2025-06-07T06:06:46.827" v="444" actId="14100"/>
          <ac:picMkLst>
            <pc:docMk/>
            <pc:sldMk cId="1065804894" sldId="265"/>
            <ac:picMk id="4" creationId="{DD2C5B22-7168-60BE-0DD4-179411129356}"/>
          </ac:picMkLst>
        </pc:picChg>
        <pc:picChg chg="add mod">
          <ac:chgData name="Miloni Agrawal" userId="792010043c149a6d" providerId="LiveId" clId="{6239F47F-00CD-4ACC-B146-27808735FBF4}" dt="2025-06-07T06:14:15.264" v="542" actId="14100"/>
          <ac:picMkLst>
            <pc:docMk/>
            <pc:sldMk cId="1065804894" sldId="265"/>
            <ac:picMk id="5" creationId="{8198BACE-56B6-12AB-64CB-057FF0F361E0}"/>
          </ac:picMkLst>
        </pc:picChg>
        <pc:picChg chg="add mod">
          <ac:chgData name="Miloni Agrawal" userId="792010043c149a6d" providerId="LiveId" clId="{6239F47F-00CD-4ACC-B146-27808735FBF4}" dt="2025-06-07T06:14:18.209" v="543" actId="14100"/>
          <ac:picMkLst>
            <pc:docMk/>
            <pc:sldMk cId="1065804894" sldId="265"/>
            <ac:picMk id="6" creationId="{9E76244F-FF5C-1ADC-0FBE-165F0A6ED240}"/>
          </ac:picMkLst>
        </pc:picChg>
        <pc:picChg chg="add mod">
          <ac:chgData name="Miloni Agrawal" userId="792010043c149a6d" providerId="LiveId" clId="{6239F47F-00CD-4ACC-B146-27808735FBF4}" dt="2025-06-07T06:07:01.327" v="449" actId="14100"/>
          <ac:picMkLst>
            <pc:docMk/>
            <pc:sldMk cId="1065804894" sldId="265"/>
            <ac:picMk id="7" creationId="{293DAF8B-6E84-5FFE-A66D-19A4DFDEA8A5}"/>
          </ac:picMkLst>
        </pc:picChg>
        <pc:picChg chg="add mod">
          <ac:chgData name="Miloni Agrawal" userId="792010043c149a6d" providerId="LiveId" clId="{6239F47F-00CD-4ACC-B146-27808735FBF4}" dt="2025-06-07T06:11:48.538" v="493" actId="1076"/>
          <ac:picMkLst>
            <pc:docMk/>
            <pc:sldMk cId="1065804894" sldId="265"/>
            <ac:picMk id="8" creationId="{69648AC4-0411-71B9-D907-FEE6B3C865E6}"/>
          </ac:picMkLst>
        </pc:picChg>
        <pc:picChg chg="add mod">
          <ac:chgData name="Miloni Agrawal" userId="792010043c149a6d" providerId="LiveId" clId="{6239F47F-00CD-4ACC-B146-27808735FBF4}" dt="2025-06-07T06:17:14.636" v="545" actId="14100"/>
          <ac:picMkLst>
            <pc:docMk/>
            <pc:sldMk cId="1065804894" sldId="265"/>
            <ac:picMk id="9" creationId="{617F5495-FB2A-3A8E-4410-E908B92D0B68}"/>
          </ac:picMkLst>
        </pc:picChg>
      </pc:sldChg>
      <pc:sldChg chg="addSp delSp modSp new mod">
        <pc:chgData name="Miloni Agrawal" userId="792010043c149a6d" providerId="LiveId" clId="{6239F47F-00CD-4ACC-B146-27808735FBF4}" dt="2025-06-07T06:07:46.758" v="463" actId="14100"/>
        <pc:sldMkLst>
          <pc:docMk/>
          <pc:sldMk cId="3274064434" sldId="266"/>
        </pc:sldMkLst>
        <pc:spChg chg="mod">
          <ac:chgData name="Miloni Agrawal" userId="792010043c149a6d" providerId="LiveId" clId="{6239F47F-00CD-4ACC-B146-27808735FBF4}" dt="2025-06-07T06:07:29.525" v="459" actId="14100"/>
          <ac:spMkLst>
            <pc:docMk/>
            <pc:sldMk cId="3274064434" sldId="266"/>
            <ac:spMk id="2" creationId="{6AADB433-3FA6-4F19-672D-5994901E00D1}"/>
          </ac:spMkLst>
        </pc:spChg>
        <pc:picChg chg="add mod">
          <ac:chgData name="Miloni Agrawal" userId="792010043c149a6d" providerId="LiveId" clId="{6239F47F-00CD-4ACC-B146-27808735FBF4}" dt="2025-06-07T06:07:46.758" v="463" actId="14100"/>
          <ac:picMkLst>
            <pc:docMk/>
            <pc:sldMk cId="3274064434" sldId="266"/>
            <ac:picMk id="4" creationId="{7A77F448-540F-5ED8-DB9C-A8169B42F55B}"/>
          </ac:picMkLst>
        </pc:picChg>
        <pc:picChg chg="add mod modCrop">
          <ac:chgData name="Miloni Agrawal" userId="792010043c149a6d" providerId="LiveId" clId="{6239F47F-00CD-4ACC-B146-27808735FBF4}" dt="2025-06-07T06:07:43.517" v="462" actId="14100"/>
          <ac:picMkLst>
            <pc:docMk/>
            <pc:sldMk cId="3274064434" sldId="266"/>
            <ac:picMk id="5" creationId="{E92EE52F-5529-F967-F0F6-48246CE2EF78}"/>
          </ac:picMkLst>
        </pc:picChg>
      </pc:sldChg>
      <pc:sldChg chg="addSp delSp modSp new mod">
        <pc:chgData name="Miloni Agrawal" userId="792010043c149a6d" providerId="LiveId" clId="{6239F47F-00CD-4ACC-B146-27808735FBF4}" dt="2025-06-10T03:57:37.617" v="763" actId="14734"/>
        <pc:sldMkLst>
          <pc:docMk/>
          <pc:sldMk cId="2985421822" sldId="267"/>
        </pc:sldMkLst>
        <pc:spChg chg="mod">
          <ac:chgData name="Miloni Agrawal" userId="792010043c149a6d" providerId="LiveId" clId="{6239F47F-00CD-4ACC-B146-27808735FBF4}" dt="2025-06-08T07:19:04.333" v="649" actId="14100"/>
          <ac:spMkLst>
            <pc:docMk/>
            <pc:sldMk cId="2985421822" sldId="267"/>
            <ac:spMk id="2" creationId="{958A9B8D-61E2-5C57-F9EF-C6942DAA4887}"/>
          </ac:spMkLst>
        </pc:spChg>
        <pc:graphicFrameChg chg="add mod modGraphic">
          <ac:chgData name="Miloni Agrawal" userId="792010043c149a6d" providerId="LiveId" clId="{6239F47F-00CD-4ACC-B146-27808735FBF4}" dt="2025-06-10T03:57:37.617" v="763" actId="14734"/>
          <ac:graphicFrameMkLst>
            <pc:docMk/>
            <pc:sldMk cId="2985421822" sldId="267"/>
            <ac:graphicFrameMk id="4" creationId="{0793FEF2-0F21-BD14-950D-11E3BABF18C0}"/>
          </ac:graphicFrameMkLst>
        </pc:graphicFrameChg>
        <pc:picChg chg="add mod">
          <ac:chgData name="Miloni Agrawal" userId="792010043c149a6d" providerId="LiveId" clId="{6239F47F-00CD-4ACC-B146-27808735FBF4}" dt="2025-06-08T07:19:48.024" v="666" actId="1076"/>
          <ac:picMkLst>
            <pc:docMk/>
            <pc:sldMk cId="2985421822" sldId="267"/>
            <ac:picMk id="3" creationId="{2D2ABD37-223F-A38B-7425-85CBF54E395D}"/>
          </ac:picMkLst>
        </pc:picChg>
      </pc:sldChg>
      <pc:sldChg chg="addSp delSp modSp new del mod">
        <pc:chgData name="Miloni Agrawal" userId="792010043c149a6d" providerId="LiveId" clId="{6239F47F-00CD-4ACC-B146-27808735FBF4}" dt="2025-06-08T07:19:41.899" v="664" actId="47"/>
        <pc:sldMkLst>
          <pc:docMk/>
          <pc:sldMk cId="2715223550" sldId="268"/>
        </pc:sldMkLst>
      </pc:sldChg>
      <pc:sldChg chg="addSp delSp modSp new mod">
        <pc:chgData name="Miloni Agrawal" userId="792010043c149a6d" providerId="LiveId" clId="{6239F47F-00CD-4ACC-B146-27808735FBF4}" dt="2025-06-08T17:47:28.003" v="707" actId="1076"/>
        <pc:sldMkLst>
          <pc:docMk/>
          <pc:sldMk cId="3639584943" sldId="269"/>
        </pc:sldMkLst>
        <pc:spChg chg="mod">
          <ac:chgData name="Miloni Agrawal" userId="792010043c149a6d" providerId="LiveId" clId="{6239F47F-00CD-4ACC-B146-27808735FBF4}" dt="2025-06-07T06:23:46.446" v="630" actId="1076"/>
          <ac:spMkLst>
            <pc:docMk/>
            <pc:sldMk cId="3639584943" sldId="269"/>
            <ac:spMk id="2" creationId="{8FCCBB41-369F-DD09-FACD-27693C6F7648}"/>
          </ac:spMkLst>
        </pc:spChg>
        <pc:spChg chg="add mod">
          <ac:chgData name="Miloni Agrawal" userId="792010043c149a6d" providerId="LiveId" clId="{6239F47F-00CD-4ACC-B146-27808735FBF4}" dt="2025-06-08T17:47:28.003" v="707" actId="1076"/>
          <ac:spMkLst>
            <pc:docMk/>
            <pc:sldMk cId="3639584943" sldId="269"/>
            <ac:spMk id="4" creationId="{3117EE5B-4C5C-A324-0BB4-8F16A1271CC7}"/>
          </ac:spMkLst>
        </pc:spChg>
      </pc:sldChg>
      <pc:sldChg chg="addSp delSp modSp new mod modClrScheme chgLayout">
        <pc:chgData name="Miloni Agrawal" userId="792010043c149a6d" providerId="LiveId" clId="{6239F47F-00CD-4ACC-B146-27808735FBF4}" dt="2025-06-07T06:25:48.987" v="642" actId="1076"/>
        <pc:sldMkLst>
          <pc:docMk/>
          <pc:sldMk cId="3741377148" sldId="270"/>
        </pc:sldMkLst>
        <pc:spChg chg="add mod ord">
          <ac:chgData name="Miloni Agrawal" userId="792010043c149a6d" providerId="LiveId" clId="{6239F47F-00CD-4ACC-B146-27808735FBF4}" dt="2025-06-07T06:25:48.987" v="642" actId="1076"/>
          <ac:spMkLst>
            <pc:docMk/>
            <pc:sldMk cId="3741377148" sldId="270"/>
            <ac:spMk id="4" creationId="{CAC24128-3891-46AE-A446-A61E4A356A5B}"/>
          </ac:spMkLst>
        </pc:spChg>
      </pc:sldChg>
      <pc:sldMasterChg chg="setBg modSldLayout">
        <pc:chgData name="Miloni Agrawal" userId="792010043c149a6d" providerId="LiveId" clId="{6239F47F-00CD-4ACC-B146-27808735FBF4}" dt="2025-06-07T06:10:13.936" v="489"/>
        <pc:sldMasterMkLst>
          <pc:docMk/>
          <pc:sldMasterMk cId="1525491548" sldId="2147483660"/>
        </pc:sldMasterMkLst>
        <pc:sldLayoutChg chg="setBg">
          <pc:chgData name="Miloni Agrawal" userId="792010043c149a6d" providerId="LiveId" clId="{6239F47F-00CD-4ACC-B146-27808735FBF4}" dt="2025-06-07T06:10:13.936" v="489"/>
          <pc:sldLayoutMkLst>
            <pc:docMk/>
            <pc:sldMasterMk cId="1525491548" sldId="2147483660"/>
            <pc:sldLayoutMk cId="3149638584" sldId="2147483661"/>
          </pc:sldLayoutMkLst>
        </pc:sldLayoutChg>
        <pc:sldLayoutChg chg="setBg">
          <pc:chgData name="Miloni Agrawal" userId="792010043c149a6d" providerId="LiveId" clId="{6239F47F-00CD-4ACC-B146-27808735FBF4}" dt="2025-06-07T06:10:13.936" v="489"/>
          <pc:sldLayoutMkLst>
            <pc:docMk/>
            <pc:sldMasterMk cId="1525491548" sldId="2147483660"/>
            <pc:sldLayoutMk cId="242278188" sldId="2147483662"/>
          </pc:sldLayoutMkLst>
        </pc:sldLayoutChg>
        <pc:sldLayoutChg chg="setBg">
          <pc:chgData name="Miloni Agrawal" userId="792010043c149a6d" providerId="LiveId" clId="{6239F47F-00CD-4ACC-B146-27808735FBF4}" dt="2025-06-07T06:10:13.936" v="489"/>
          <pc:sldLayoutMkLst>
            <pc:docMk/>
            <pc:sldMasterMk cId="1525491548" sldId="2147483660"/>
            <pc:sldLayoutMk cId="1964967132" sldId="2147483663"/>
          </pc:sldLayoutMkLst>
        </pc:sldLayoutChg>
        <pc:sldLayoutChg chg="setBg">
          <pc:chgData name="Miloni Agrawal" userId="792010043c149a6d" providerId="LiveId" clId="{6239F47F-00CD-4ACC-B146-27808735FBF4}" dt="2025-06-07T06:10:13.936" v="489"/>
          <pc:sldLayoutMkLst>
            <pc:docMk/>
            <pc:sldMasterMk cId="1525491548" sldId="2147483660"/>
            <pc:sldLayoutMk cId="3695885847" sldId="2147483664"/>
          </pc:sldLayoutMkLst>
        </pc:sldLayoutChg>
        <pc:sldLayoutChg chg="setBg">
          <pc:chgData name="Miloni Agrawal" userId="792010043c149a6d" providerId="LiveId" clId="{6239F47F-00CD-4ACC-B146-27808735FBF4}" dt="2025-06-07T06:10:13.936" v="489"/>
          <pc:sldLayoutMkLst>
            <pc:docMk/>
            <pc:sldMasterMk cId="1525491548" sldId="2147483660"/>
            <pc:sldLayoutMk cId="576191693" sldId="2147483665"/>
          </pc:sldLayoutMkLst>
        </pc:sldLayoutChg>
        <pc:sldLayoutChg chg="setBg">
          <pc:chgData name="Miloni Agrawal" userId="792010043c149a6d" providerId="LiveId" clId="{6239F47F-00CD-4ACC-B146-27808735FBF4}" dt="2025-06-07T06:10:13.936" v="489"/>
          <pc:sldLayoutMkLst>
            <pc:docMk/>
            <pc:sldMasterMk cId="1525491548" sldId="2147483660"/>
            <pc:sldLayoutMk cId="43099024" sldId="2147483666"/>
          </pc:sldLayoutMkLst>
        </pc:sldLayoutChg>
        <pc:sldLayoutChg chg="setBg">
          <pc:chgData name="Miloni Agrawal" userId="792010043c149a6d" providerId="LiveId" clId="{6239F47F-00CD-4ACC-B146-27808735FBF4}" dt="2025-06-07T06:10:13.936" v="489"/>
          <pc:sldLayoutMkLst>
            <pc:docMk/>
            <pc:sldMasterMk cId="1525491548" sldId="2147483660"/>
            <pc:sldLayoutMk cId="3382092283" sldId="2147483667"/>
          </pc:sldLayoutMkLst>
        </pc:sldLayoutChg>
        <pc:sldLayoutChg chg="setBg">
          <pc:chgData name="Miloni Agrawal" userId="792010043c149a6d" providerId="LiveId" clId="{6239F47F-00CD-4ACC-B146-27808735FBF4}" dt="2025-06-07T06:10:13.936" v="489"/>
          <pc:sldLayoutMkLst>
            <pc:docMk/>
            <pc:sldMasterMk cId="1525491548" sldId="2147483660"/>
            <pc:sldLayoutMk cId="3439381961" sldId="2147483668"/>
          </pc:sldLayoutMkLst>
        </pc:sldLayoutChg>
        <pc:sldLayoutChg chg="setBg">
          <pc:chgData name="Miloni Agrawal" userId="792010043c149a6d" providerId="LiveId" clId="{6239F47F-00CD-4ACC-B146-27808735FBF4}" dt="2025-06-07T06:10:13.936" v="489"/>
          <pc:sldLayoutMkLst>
            <pc:docMk/>
            <pc:sldMasterMk cId="1525491548" sldId="2147483660"/>
            <pc:sldLayoutMk cId="1292736822" sldId="2147483669"/>
          </pc:sldLayoutMkLst>
        </pc:sldLayoutChg>
        <pc:sldLayoutChg chg="setBg">
          <pc:chgData name="Miloni Agrawal" userId="792010043c149a6d" providerId="LiveId" clId="{6239F47F-00CD-4ACC-B146-27808735FBF4}" dt="2025-06-07T06:10:13.936" v="489"/>
          <pc:sldLayoutMkLst>
            <pc:docMk/>
            <pc:sldMasterMk cId="1525491548" sldId="2147483660"/>
            <pc:sldLayoutMk cId="258073262" sldId="2147483670"/>
          </pc:sldLayoutMkLst>
        </pc:sldLayoutChg>
        <pc:sldLayoutChg chg="setBg">
          <pc:chgData name="Miloni Agrawal" userId="792010043c149a6d" providerId="LiveId" clId="{6239F47F-00CD-4ACC-B146-27808735FBF4}" dt="2025-06-07T06:10:13.936" v="489"/>
          <pc:sldLayoutMkLst>
            <pc:docMk/>
            <pc:sldMasterMk cId="1525491548" sldId="2147483660"/>
            <pc:sldLayoutMk cId="4215812891" sldId="2147483671"/>
          </pc:sldLayoutMkLst>
        </pc:sldLayoutChg>
        <pc:sldLayoutChg chg="setBg">
          <pc:chgData name="Miloni Agrawal" userId="792010043c149a6d" providerId="LiveId" clId="{6239F47F-00CD-4ACC-B146-27808735FBF4}" dt="2025-06-07T06:10:13.936" v="489"/>
          <pc:sldLayoutMkLst>
            <pc:docMk/>
            <pc:sldMasterMk cId="1525491548" sldId="2147483660"/>
            <pc:sldLayoutMk cId="2223862201" sldId="2147483672"/>
          </pc:sldLayoutMkLst>
        </pc:sldLayoutChg>
        <pc:sldLayoutChg chg="setBg">
          <pc:chgData name="Miloni Agrawal" userId="792010043c149a6d" providerId="LiveId" clId="{6239F47F-00CD-4ACC-B146-27808735FBF4}" dt="2025-06-07T06:10:13.936" v="489"/>
          <pc:sldLayoutMkLst>
            <pc:docMk/>
            <pc:sldMasterMk cId="1525491548" sldId="2147483660"/>
            <pc:sldLayoutMk cId="2332029858" sldId="2147483673"/>
          </pc:sldLayoutMkLst>
        </pc:sldLayoutChg>
        <pc:sldLayoutChg chg="setBg">
          <pc:chgData name="Miloni Agrawal" userId="792010043c149a6d" providerId="LiveId" clId="{6239F47F-00CD-4ACC-B146-27808735FBF4}" dt="2025-06-07T06:10:13.936" v="489"/>
          <pc:sldLayoutMkLst>
            <pc:docMk/>
            <pc:sldMasterMk cId="1525491548" sldId="2147483660"/>
            <pc:sldLayoutMk cId="3791070021" sldId="2147483674"/>
          </pc:sldLayoutMkLst>
        </pc:sldLayoutChg>
        <pc:sldLayoutChg chg="setBg">
          <pc:chgData name="Miloni Agrawal" userId="792010043c149a6d" providerId="LiveId" clId="{6239F47F-00CD-4ACC-B146-27808735FBF4}" dt="2025-06-07T06:10:13.936" v="489"/>
          <pc:sldLayoutMkLst>
            <pc:docMk/>
            <pc:sldMasterMk cId="1525491548" sldId="2147483660"/>
            <pc:sldLayoutMk cId="948020276" sldId="2147483675"/>
          </pc:sldLayoutMkLst>
        </pc:sldLayoutChg>
        <pc:sldLayoutChg chg="setBg">
          <pc:chgData name="Miloni Agrawal" userId="792010043c149a6d" providerId="LiveId" clId="{6239F47F-00CD-4ACC-B146-27808735FBF4}" dt="2025-06-07T06:10:13.936" v="489"/>
          <pc:sldLayoutMkLst>
            <pc:docMk/>
            <pc:sldMasterMk cId="1525491548" sldId="2147483660"/>
            <pc:sldLayoutMk cId="3576340183" sldId="2147483676"/>
          </pc:sldLayoutMkLst>
        </pc:sldLayoutChg>
        <pc:sldLayoutChg chg="setBg">
          <pc:chgData name="Miloni Agrawal" userId="792010043c149a6d" providerId="LiveId" clId="{6239F47F-00CD-4ACC-B146-27808735FBF4}" dt="2025-06-07T06:10:13.936" v="489"/>
          <pc:sldLayoutMkLst>
            <pc:docMk/>
            <pc:sldMasterMk cId="1525491548" sldId="2147483660"/>
            <pc:sldLayoutMk cId="1532653618" sldId="2147483677"/>
          </pc:sldLayoutMkLst>
        </pc:sldLayoutChg>
        <pc:sldLayoutChg chg="setBg">
          <pc:chgData name="Miloni Agrawal" userId="792010043c149a6d" providerId="LiveId" clId="{6239F47F-00CD-4ACC-B146-27808735FBF4}" dt="2025-06-07T06:10:13.936" v="489"/>
          <pc:sldLayoutMkLst>
            <pc:docMk/>
            <pc:sldMasterMk cId="1525491548" sldId="2147483660"/>
            <pc:sldLayoutMk cId="339442072" sldId="2147483678"/>
          </pc:sldLayoutMkLst>
        </pc:sldLayoutChg>
        <pc:sldLayoutChg chg="setBg">
          <pc:chgData name="Miloni Agrawal" userId="792010043c149a6d" providerId="LiveId" clId="{6239F47F-00CD-4ACC-B146-27808735FBF4}" dt="2025-06-07T06:10:13.936" v="489"/>
          <pc:sldLayoutMkLst>
            <pc:docMk/>
            <pc:sldMasterMk cId="1525491548" sldId="2147483660"/>
            <pc:sldLayoutMk cId="890824044" sldId="2147483679"/>
          </pc:sldLayoutMkLst>
        </pc:sldLayoutChg>
        <pc:sldLayoutChg chg="setBg">
          <pc:chgData name="Miloni Agrawal" userId="792010043c149a6d" providerId="LiveId" clId="{6239F47F-00CD-4ACC-B146-27808735FBF4}" dt="2025-06-07T06:10:13.936" v="489"/>
          <pc:sldLayoutMkLst>
            <pc:docMk/>
            <pc:sldMasterMk cId="1525491548" sldId="2147483660"/>
            <pc:sldLayoutMk cId="1250031485" sldId="2147483680"/>
          </pc:sldLayoutMkLst>
        </pc:sldLayoutChg>
        <pc:sldLayoutChg chg="setBg">
          <pc:chgData name="Miloni Agrawal" userId="792010043c149a6d" providerId="LiveId" clId="{6239F47F-00CD-4ACC-B146-27808735FBF4}" dt="2025-06-07T06:10:13.936" v="489"/>
          <pc:sldLayoutMkLst>
            <pc:docMk/>
            <pc:sldMasterMk cId="1525491548" sldId="2147483660"/>
            <pc:sldLayoutMk cId="904606114" sldId="214748368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7ADFA7-39B7-4DA3-ADC2-339654433323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A0DBA5-1402-467F-A345-5C118FB00B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71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0DBA5-1402-467F-A345-5C118FB00BB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720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638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fld id="{459C7C21-B194-4076-9682-CC5F9224E108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4E1B327-AB9F-46F0-91D1-E688AFFFF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78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459C7C21-B194-4076-9682-CC5F9224E108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4E1B327-AB9F-46F0-91D1-E688AFFFF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967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459C7C21-B194-4076-9682-CC5F9224E108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4E1B327-AB9F-46F0-91D1-E688AFFFF78F}" type="slidenum">
              <a:rPr lang="en-US" smtClean="0"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885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fld id="{459C7C21-B194-4076-9682-CC5F9224E108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4E1B327-AB9F-46F0-91D1-E688AFFFF78F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191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459C7C21-B194-4076-9682-CC5F9224E108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4E1B327-AB9F-46F0-91D1-E688AFFFF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99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092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fld id="{459C7C21-B194-4076-9682-CC5F9224E108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4E1B327-AB9F-46F0-91D1-E688AFFFF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381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fld id="{459C7C21-B194-4076-9682-CC5F9224E108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4E1B327-AB9F-46F0-91D1-E688AFFFF78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7368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rke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fld id="{459C7C21-B194-4076-9682-CC5F9224E108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4E1B327-AB9F-46F0-91D1-E688AFFFF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732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fld id="{459C7C21-B194-4076-9682-CC5F9224E108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4E1B327-AB9F-46F0-91D1-E688AFFFF78F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812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1">
            <a:extLst>
              <a:ext uri="{FF2B5EF4-FFF2-40B4-BE49-F238E27FC236}">
                <a16:creationId xmlns:a16="http://schemas.microsoft.com/office/drawing/2014/main" id="{B495A4C6-232E-4A1A-B575-7EF7F414F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>
            <a:lvl1pPr algn="l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B4C6F7E-40F0-42B1-AFE0-D3C95660E0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2517" y="1599947"/>
            <a:ext cx="1706965" cy="4920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42EE46E3-709F-4AE9-AECE-FD647B6DCF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8732" y="2378452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194FB4F-01AC-4A0E-BBE2-CF2B69F6F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22269" y="2169263"/>
            <a:ext cx="1706965" cy="10485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8E76F955-6B23-4972-8E86-603F19ECF6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1894" y="3528829"/>
            <a:ext cx="1393863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DDA77547-4FF4-4B15-96F1-DC9B00175B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40449" y="3528829"/>
            <a:ext cx="1380681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6E6B6915-DFCC-44EB-9C61-6B7725D1B7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7747" y="4634331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6718CC56-7B04-41D0-A320-CCCDC20D7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75224" y="4459860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778E1C09-B7DB-4CE7-A5B9-90BCF54448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52714" y="4321788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7CFA026C-42CE-4C20-9DDE-417FDF6CB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17" y="5468790"/>
            <a:ext cx="1706965" cy="49202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0AFAA95F-1461-496C-BAB4-D5D0594554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1857" y="5195673"/>
            <a:ext cx="1183179" cy="4920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D194B4E-75F4-47BE-B171-9C64697AB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2315757" y="3774842"/>
            <a:ext cx="7624692" cy="0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EFDA35F-76DF-4FDC-90C9-F9FEDF322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6096000" y="2091972"/>
            <a:ext cx="4678" cy="3376818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Date Placeholder 2">
            <a:extLst>
              <a:ext uri="{FF2B5EF4-FFF2-40B4-BE49-F238E27FC236}">
                <a16:creationId xmlns:a16="http://schemas.microsoft.com/office/drawing/2014/main" id="{B8C04945-62C9-4964-8891-6D30EA90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459C7C21-B194-4076-9682-CC5F9224E108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32" name="Footer Placeholder 3">
            <a:extLst>
              <a:ext uri="{FF2B5EF4-FFF2-40B4-BE49-F238E27FC236}">
                <a16:creationId xmlns:a16="http://schemas.microsoft.com/office/drawing/2014/main" id="{51029B8B-F669-4889-98DD-90166117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33" name="Slide Number Placeholder 4">
            <a:extLst>
              <a:ext uri="{FF2B5EF4-FFF2-40B4-BE49-F238E27FC236}">
                <a16:creationId xmlns:a16="http://schemas.microsoft.com/office/drawing/2014/main" id="{7A0B84D6-438D-4B3B-B52C-6F5EC159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4E1B327-AB9F-46F0-91D1-E688AFFFF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8622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459C7C21-B194-4076-9682-CC5F9224E108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4E1B327-AB9F-46F0-91D1-E688AFFFF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029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86002"/>
            <a:ext cx="6094270" cy="3542143"/>
          </a:xfrm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fld id="{459C7C21-B194-4076-9682-CC5F9224E108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4E1B327-AB9F-46F0-91D1-E688AFFFF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70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459C7C21-B194-4076-9682-CC5F9224E108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4E1B327-AB9F-46F0-91D1-E688AFFFF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020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fld id="{459C7C21-B194-4076-9682-CC5F9224E108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4E1B327-AB9F-46F0-91D1-E688AFFFF7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63401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fld id="{459C7C21-B194-4076-9682-CC5F9224E108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4E1B327-AB9F-46F0-91D1-E688AFFFF78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653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459C7C21-B194-4076-9682-CC5F9224E108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4E1B327-AB9F-46F0-91D1-E688AFFFF78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42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fld id="{459C7C21-B194-4076-9682-CC5F9224E108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4E1B327-AB9F-46F0-91D1-E688AFFFF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8240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459C7C21-B194-4076-9682-CC5F9224E108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4E1B327-AB9F-46F0-91D1-E688AFFFF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031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459C7C21-B194-4076-9682-CC5F9224E108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4E1B327-AB9F-46F0-91D1-E688AFFFF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606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9C7C21-B194-4076-9682-CC5F9224E108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1B327-AB9F-46F0-91D1-E688AFFFF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491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779D4-1B4A-52FD-7CF2-7D0DC480D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980" y="3080962"/>
            <a:ext cx="5722706" cy="2571109"/>
          </a:xfrm>
        </p:spPr>
        <p:txBody>
          <a:bodyPr>
            <a:normAutofit/>
          </a:bodyPr>
          <a:lstStyle/>
          <a:p>
            <a:r>
              <a:rPr lang="en-US" b="1" dirty="0"/>
              <a:t>Application Of Machine Learning Model on Diabetes Data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BEEE93-F2C6-EA35-2095-2CBF2E1407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0957" y="4366518"/>
            <a:ext cx="4317843" cy="1633591"/>
          </a:xfrm>
        </p:spPr>
        <p:txBody>
          <a:bodyPr>
            <a:normAutofit/>
          </a:bodyPr>
          <a:lstStyle/>
          <a:p>
            <a:r>
              <a:rPr lang="en-US" b="1" dirty="0"/>
              <a:t>Miloni Agrawal</a:t>
            </a:r>
            <a:endParaRPr lang="en-US" dirty="0"/>
          </a:p>
          <a:p>
            <a:r>
              <a:rPr lang="en-US" b="1" dirty="0"/>
              <a:t>PRN: 22060621017</a:t>
            </a:r>
          </a:p>
          <a:p>
            <a:r>
              <a:rPr lang="en-US" b="1" dirty="0"/>
              <a:t>Under the guidance of Prof. Dr. Harsh Tripathi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DE2BA4-3F35-D9FC-2055-E90E4435E8AF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02930" y="0"/>
            <a:ext cx="3989070" cy="76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175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FDEBD-0165-44DC-744E-6A3CC47E1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398" y="140790"/>
            <a:ext cx="5111750" cy="1204912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3B702-718C-E3F2-2F51-E6E531980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4398" y="1811425"/>
            <a:ext cx="6095858" cy="3757168"/>
          </a:xfrm>
        </p:spPr>
        <p:txBody>
          <a:bodyPr>
            <a:noAutofit/>
          </a:bodyPr>
          <a:lstStyle/>
          <a:p>
            <a:r>
              <a:rPr lang="en-US" sz="2000" dirty="0"/>
              <a:t>Diabetes is a growing global health concern.</a:t>
            </a:r>
          </a:p>
          <a:p>
            <a:r>
              <a:rPr lang="en-US" sz="2000" dirty="0"/>
              <a:t>Early prediction can prevent serious complications.</a:t>
            </a:r>
          </a:p>
          <a:p>
            <a:r>
              <a:rPr lang="en-US" sz="2000" dirty="0"/>
              <a:t>Machine Learning offers potential to detect patterns in clinical data.</a:t>
            </a:r>
          </a:p>
          <a:p>
            <a:r>
              <a:rPr lang="en-US" sz="2000" dirty="0"/>
              <a:t>This project analyzes a diabetes dataset using ML model to classify individuals as diabetic or non-diabetic.</a:t>
            </a:r>
          </a:p>
        </p:txBody>
      </p:sp>
    </p:spTree>
    <p:extLst>
      <p:ext uri="{BB962C8B-B14F-4D97-AF65-F5344CB8AC3E}">
        <p14:creationId xmlns:p14="http://schemas.microsoft.com/office/powerpoint/2010/main" val="1426253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96A55-2DB4-EDAF-6AE2-AB7DD357A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35999"/>
            <a:ext cx="5111750" cy="1204912"/>
          </a:xfrm>
        </p:spPr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97FA0FB-0EC8-0510-6063-D0B482747F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486401" y="2256688"/>
            <a:ext cx="592818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/>
              <a:t>Main Goal: Develop a predictive model for diabetes diagnosis using clinical and physiological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/>
              <a:t>Specific Objectives: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/>
              <a:t>Preprocess the dataset (scaling, encoding).</a:t>
            </a:r>
            <a:br>
              <a:rPr lang="en-US" altLang="en-US" sz="2000" dirty="0"/>
            </a:br>
            <a:r>
              <a:rPr lang="en-US" altLang="en-US" sz="2000" dirty="0"/>
              <a:t>• Perform exploratory data analysis (EDA).</a:t>
            </a:r>
            <a:br>
              <a:rPr lang="en-US" altLang="en-US" sz="2000" dirty="0"/>
            </a:br>
            <a:r>
              <a:rPr lang="en-US" altLang="en-US" sz="2000" dirty="0"/>
              <a:t>• Train &amp; evaluate model: Logistic Regression</a:t>
            </a:r>
            <a:br>
              <a:rPr lang="en-US" altLang="en-US" sz="2000" dirty="0"/>
            </a:br>
            <a:r>
              <a:rPr lang="en-US" altLang="en-US" sz="2000" dirty="0"/>
              <a:t>• Evaluate the model using key metrics (Accuracy, ROC AUC, etc.).</a:t>
            </a:r>
          </a:p>
        </p:txBody>
      </p:sp>
    </p:spTree>
    <p:extLst>
      <p:ext uri="{BB962C8B-B14F-4D97-AF65-F5344CB8AC3E}">
        <p14:creationId xmlns:p14="http://schemas.microsoft.com/office/powerpoint/2010/main" val="1882026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1DF1D-58DA-3995-B59C-BA4D8BF86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463" y="387369"/>
            <a:ext cx="5111750" cy="1204912"/>
          </a:xfrm>
        </p:spPr>
        <p:txBody>
          <a:bodyPr/>
          <a:lstStyle/>
          <a:p>
            <a:r>
              <a:rPr lang="en-US" dirty="0"/>
              <a:t>Methodology- 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8A6E6-8D57-BC8B-08BE-6E00BB020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9463" y="1760054"/>
            <a:ext cx="5829836" cy="4835956"/>
          </a:xfrm>
        </p:spPr>
        <p:txBody>
          <a:bodyPr>
            <a:noAutofit/>
          </a:bodyPr>
          <a:lstStyle/>
          <a:p>
            <a:r>
              <a:rPr lang="en-US" sz="2000" dirty="0"/>
              <a:t>Age (years), Blood Glucose Level (BGL, mg/dL), Diastolic Blood Pressure (mmHg), Systolic Blood Pressure (mmHg), Heart Rate (beats per minute), Body Temperature (°F), SpO2 (oxygen saturation, %), Sweating (Y/N, binary), Shivering (Y/N, binary), Diabetic/ non-diabetic (binary, target variable)</a:t>
            </a:r>
          </a:p>
          <a:p>
            <a:r>
              <a:rPr lang="en-US" sz="2000" dirty="0"/>
              <a:t>Target variable: Diabetic/ non-diabetic (binary, target variable)</a:t>
            </a:r>
          </a:p>
          <a:p>
            <a:r>
              <a:rPr lang="en-US" sz="2000" dirty="0"/>
              <a:t>Tools: Python, Google Colab</a:t>
            </a:r>
          </a:p>
          <a:p>
            <a:r>
              <a:rPr lang="en-US" sz="2000" dirty="0"/>
              <a:t>Libraries: pandas, seaborn, matplotlib, scikit-learn</a:t>
            </a:r>
          </a:p>
        </p:txBody>
      </p:sp>
    </p:spTree>
    <p:extLst>
      <p:ext uri="{BB962C8B-B14F-4D97-AF65-F5344CB8AC3E}">
        <p14:creationId xmlns:p14="http://schemas.microsoft.com/office/powerpoint/2010/main" val="3679946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5AA6E-318C-950F-389F-A17A223E9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4003" y="233257"/>
            <a:ext cx="5111750" cy="1204912"/>
          </a:xfrm>
        </p:spPr>
        <p:txBody>
          <a:bodyPr/>
          <a:lstStyle/>
          <a:p>
            <a:r>
              <a:rPr lang="en-US" dirty="0"/>
              <a:t>Methodology –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5563A-C27C-FD47-AEA4-6E83EBDAD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44003" y="1903411"/>
            <a:ext cx="5300716" cy="2874071"/>
          </a:xfrm>
        </p:spPr>
        <p:txBody>
          <a:bodyPr>
            <a:normAutofit/>
          </a:bodyPr>
          <a:lstStyle/>
          <a:p>
            <a:r>
              <a:rPr lang="en-US" sz="2000" dirty="0"/>
              <a:t>Dropped the first row and set the second row as column headers. </a:t>
            </a:r>
          </a:p>
          <a:p>
            <a:r>
              <a:rPr lang="en-US" sz="2000" dirty="0"/>
              <a:t>Converted the target variable (‘Diabetic/Non-diabetic’) to numeric codes (0 for non-diabetic, 1 for diabetic). </a:t>
            </a:r>
          </a:p>
          <a:p>
            <a:r>
              <a:rPr lang="en-US" sz="2000" dirty="0"/>
              <a:t>Scaled numerical features using </a:t>
            </a:r>
            <a:r>
              <a:rPr lang="en-US" sz="2000" dirty="0" err="1"/>
              <a:t>StandardScaler</a:t>
            </a:r>
            <a:r>
              <a:rPr lang="en-US" sz="2000" dirty="0"/>
              <a:t> to ensure consistent ranges for model training.</a:t>
            </a:r>
          </a:p>
        </p:txBody>
      </p:sp>
    </p:spTree>
    <p:extLst>
      <p:ext uri="{BB962C8B-B14F-4D97-AF65-F5344CB8AC3E}">
        <p14:creationId xmlns:p14="http://schemas.microsoft.com/office/powerpoint/2010/main" val="4253047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482E6-EA23-1B7B-D7D3-22AD6D329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093" y="192161"/>
            <a:ext cx="5111750" cy="1204912"/>
          </a:xfrm>
        </p:spPr>
        <p:txBody>
          <a:bodyPr/>
          <a:lstStyle/>
          <a:p>
            <a:r>
              <a:rPr lang="en-US" dirty="0"/>
              <a:t>Methodology –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A3793-DB64-AA82-5929-2D6648E7F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093" y="1801151"/>
            <a:ext cx="6148334" cy="3901006"/>
          </a:xfrm>
        </p:spPr>
        <p:txBody>
          <a:bodyPr>
            <a:normAutofit/>
          </a:bodyPr>
          <a:lstStyle/>
          <a:p>
            <a:pPr lvl="0"/>
            <a:r>
              <a:rPr lang="en-US" sz="2000" dirty="0"/>
              <a:t>Histograms: Generated for numerical features (Age, BGL, Diastolic BP, Systolic BP, Heart Rate, Body Temperature, SpO2) to visualize their distributions. </a:t>
            </a:r>
          </a:p>
          <a:p>
            <a:pPr lvl="0"/>
            <a:r>
              <a:rPr lang="en-US" sz="2000" dirty="0"/>
              <a:t>Boxplots: Created to identify outliers and assess the spread of numerical features. </a:t>
            </a:r>
          </a:p>
          <a:p>
            <a:pPr lvl="0"/>
            <a:r>
              <a:rPr lang="en-US" sz="2000" dirty="0"/>
              <a:t>Correlation Matrix: Computed to examine relationships between numerical features, visualized using a heatmap.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643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382DB-C547-40D7-1C27-941E09B64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35999"/>
            <a:ext cx="5111750" cy="1204912"/>
          </a:xfrm>
        </p:spPr>
        <p:txBody>
          <a:bodyPr/>
          <a:lstStyle/>
          <a:p>
            <a:r>
              <a:rPr lang="en-US" dirty="0"/>
              <a:t>Methodology – Model Building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97B65-6E12-FA0A-FBCE-6A2088690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17970" y="1746606"/>
            <a:ext cx="6184295" cy="3852810"/>
          </a:xfrm>
        </p:spPr>
        <p:txBody>
          <a:bodyPr>
            <a:normAutofit/>
          </a:bodyPr>
          <a:lstStyle/>
          <a:p>
            <a:pPr lvl="0"/>
            <a:r>
              <a:rPr lang="en-US" sz="2000" dirty="0"/>
              <a:t>The dataset was then split into training (80%) and testing (20%) sets, resulting in 13,575 training samples and 3,394 testing samples after which these classification model was implemented: Logistic Regression</a:t>
            </a:r>
          </a:p>
          <a:p>
            <a:pPr lvl="0"/>
            <a:r>
              <a:rPr lang="en-US" sz="2000" dirty="0"/>
              <a:t>The model was trained on the scaled training data and evaluated on the test set using: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Classification report (precision, recall, F1-score, support).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/>
              <a:t>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1715015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60A75-5DDD-59F2-8FBA-42F0C2CD5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769" y="551756"/>
            <a:ext cx="5111750" cy="1204912"/>
          </a:xfrm>
        </p:spPr>
        <p:txBody>
          <a:bodyPr/>
          <a:lstStyle/>
          <a:p>
            <a:r>
              <a:rPr lang="en-US" dirty="0"/>
              <a:t>Methodology - Tools and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92928-B81E-62FE-81B9-250A54FDA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2625" y="2167847"/>
            <a:ext cx="6000108" cy="3287731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dirty="0"/>
              <a:t>The analysis was performed in Python using Google Colab, using the following libraries: </a:t>
            </a:r>
          </a:p>
          <a:p>
            <a:pPr marL="0" indent="0">
              <a:buNone/>
            </a:pPr>
            <a:r>
              <a:rPr lang="en-US" sz="2000" dirty="0"/>
              <a:t>• pandas: Data manipulation and analysis. </a:t>
            </a:r>
          </a:p>
          <a:p>
            <a:pPr marL="0" indent="0">
              <a:buNone/>
            </a:pPr>
            <a:r>
              <a:rPr lang="en-US" sz="2000" dirty="0"/>
              <a:t>• matplotlib and seaborn: Data visualization.</a:t>
            </a:r>
          </a:p>
          <a:p>
            <a:pPr marL="0" indent="0">
              <a:buNone/>
            </a:pPr>
            <a:r>
              <a:rPr lang="en-US" sz="2000" dirty="0"/>
              <a:t>• scikit-learn: Machine learning models and evaluation metrics.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995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8F299-F535-BC5F-A400-7B36314CA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53" y="21356"/>
            <a:ext cx="5044329" cy="730263"/>
          </a:xfrm>
        </p:spPr>
        <p:txBody>
          <a:bodyPr/>
          <a:lstStyle/>
          <a:p>
            <a:r>
              <a:rPr lang="en-US" dirty="0"/>
              <a:t>Results - Histograms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010B60C-DFF4-0838-53B3-C26B583049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0690" y="901262"/>
            <a:ext cx="3991929" cy="2527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27BDD2-DB1D-D0BD-5A6C-E56D7A0CA41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871" y="901263"/>
            <a:ext cx="3856691" cy="2455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340A7D-2F3F-F49E-E8AD-2A5E4CE2DCE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5495" y="901263"/>
            <a:ext cx="3857352" cy="2455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F39734-CB9B-97AA-D91B-C81C5EC10B6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90" y="3752695"/>
            <a:ext cx="2858541" cy="1819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D0857A-CAC7-618F-C493-187F9BD0E87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9231" y="3752695"/>
            <a:ext cx="3025888" cy="1925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317DF1-384F-8F18-1189-9FEAFDD084C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7302" y="3711978"/>
            <a:ext cx="2972315" cy="1892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159EC8-E500-FD8C-980A-27757797F60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3190" y="3687436"/>
            <a:ext cx="3044411" cy="19382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763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24208-2639-2E7E-C388-D93D8E6E1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00" y="0"/>
            <a:ext cx="4666609" cy="616449"/>
          </a:xfrm>
        </p:spPr>
        <p:txBody>
          <a:bodyPr/>
          <a:lstStyle/>
          <a:p>
            <a:r>
              <a:rPr lang="en-US" dirty="0"/>
              <a:t>Results - Boxplots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D2C5B22-7168-60BE-0DD4-1794111293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53" y="802299"/>
            <a:ext cx="3865422" cy="2423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98BACE-56B6-12AB-64CB-057FF0F361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0824" y="824512"/>
            <a:ext cx="3731648" cy="2317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76244F-FF5C-1ADC-0FBE-165F0A6ED24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253" y="799461"/>
            <a:ext cx="3731647" cy="2342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3DAF8B-6E84-5FFE-A66D-19A4DFDEA8A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16" y="3731329"/>
            <a:ext cx="3902812" cy="2423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648AC4-0411-71B9-D907-FEE6B3C865E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1782" y="3731329"/>
            <a:ext cx="3903092" cy="2423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7F5495-FB2A-3A8E-4410-E908B92D0B6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119" y="3731329"/>
            <a:ext cx="3925986" cy="24237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5804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DB433-3FA6-4F19-672D-5994901E0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148" y="1"/>
            <a:ext cx="3171825" cy="503434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A77F448-540F-5ED8-DB9C-A8169B42F5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55" y="1711236"/>
            <a:ext cx="5309141" cy="3323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2EE52F-5529-F967-F0F6-48246CE2EF7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9" b="2487"/>
          <a:stretch>
            <a:fillRect/>
          </a:stretch>
        </p:blipFill>
        <p:spPr bwMode="auto">
          <a:xfrm>
            <a:off x="5449288" y="1086581"/>
            <a:ext cx="6663943" cy="5252573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274064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A9B8D-61E2-5C57-F9EF-C6942DAA4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756" y="0"/>
            <a:ext cx="6205591" cy="1469204"/>
          </a:xfrm>
        </p:spPr>
        <p:txBody>
          <a:bodyPr/>
          <a:lstStyle/>
          <a:p>
            <a:r>
              <a:rPr lang="en-US" dirty="0"/>
              <a:t>Results – Model performance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793FEF2-0F21-BD14-950D-11E3BABF18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510680"/>
              </p:ext>
            </p:extLst>
          </p:nvPr>
        </p:nvGraphicFramePr>
        <p:xfrm>
          <a:off x="661577" y="1742059"/>
          <a:ext cx="5087742" cy="45970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43871">
                  <a:extLst>
                    <a:ext uri="{9D8B030D-6E8A-4147-A177-3AD203B41FA5}">
                      <a16:colId xmlns:a16="http://schemas.microsoft.com/office/drawing/2014/main" val="1034657587"/>
                    </a:ext>
                  </a:extLst>
                </a:gridCol>
                <a:gridCol w="2543871">
                  <a:extLst>
                    <a:ext uri="{9D8B030D-6E8A-4147-A177-3AD203B41FA5}">
                      <a16:colId xmlns:a16="http://schemas.microsoft.com/office/drawing/2014/main" val="3954981609"/>
                    </a:ext>
                  </a:extLst>
                </a:gridCol>
              </a:tblGrid>
              <a:tr h="57281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Logistic Regression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544827"/>
                  </a:ext>
                </a:extLst>
              </a:tr>
              <a:tr h="7153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Accuracy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0.99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1769771"/>
                  </a:ext>
                </a:extLst>
              </a:tr>
              <a:tr h="10103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Precision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1.00 (non-diabetic), 0.99 (diabetic)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4748199"/>
                  </a:ext>
                </a:extLst>
              </a:tr>
              <a:tr h="10103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Recall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0.49 (non-diabetic), 1.00 (diabetic)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6033391"/>
                  </a:ext>
                </a:extLst>
              </a:tr>
              <a:tr h="101039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F1-score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0.66 (non-diabetic), 0.99 (diabetic)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81731"/>
                  </a:ext>
                </a:extLst>
              </a:tr>
              <a:tr h="2777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ROC AUC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0.91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3847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2D2ABD37-223F-A38B-7425-85CBF54E3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683" y="1742059"/>
            <a:ext cx="5168413" cy="39400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5421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CBB41-369F-DD09-FACD-27693C6F7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112" y="25862"/>
            <a:ext cx="3171825" cy="1325563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117EE5B-4C5C-A324-0BB4-8F16A1271C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69112" y="1843950"/>
            <a:ext cx="4358385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/>
              <a:t>Machine Learning models are effective for diabetes prediction.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/>
              <a:t>Class imbalance significantly affects recall and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/>
              <a:t>EDA and preprocessing are crucial steps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/>
              <a:t>Future improvements can involve feature engineering, external validation, and deployment for clinical use.</a:t>
            </a:r>
          </a:p>
        </p:txBody>
      </p:sp>
    </p:spTree>
    <p:extLst>
      <p:ext uri="{BB962C8B-B14F-4D97-AF65-F5344CB8AC3E}">
        <p14:creationId xmlns:p14="http://schemas.microsoft.com/office/powerpoint/2010/main" val="3639584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C24128-3891-46AE-A446-A61E4A356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58479" y="2571234"/>
            <a:ext cx="4179570" cy="171553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41377148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Pitch deck theme</Template>
  <TotalTime>167</TotalTime>
  <Words>545</Words>
  <Application>Microsoft Office PowerPoint</Application>
  <PresentationFormat>Widescreen</PresentationFormat>
  <Paragraphs>59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Tenorite</vt:lpstr>
      <vt:lpstr>Monoline</vt:lpstr>
      <vt:lpstr>Application Of Machine Learning Model on Diabetes Data</vt:lpstr>
      <vt:lpstr>Introduction</vt:lpstr>
      <vt:lpstr>Objective</vt:lpstr>
      <vt:lpstr>Methodology- Dataset overview</vt:lpstr>
      <vt:lpstr>Methodology – Preprocessing</vt:lpstr>
      <vt:lpstr>Methodology – EDA</vt:lpstr>
      <vt:lpstr>Methodology – Model Building</vt:lpstr>
      <vt:lpstr>Methodology - Tools and libraries</vt:lpstr>
      <vt:lpstr>Results - Histograms</vt:lpstr>
      <vt:lpstr>Results - Boxplots</vt:lpstr>
      <vt:lpstr>Results</vt:lpstr>
      <vt:lpstr>Results – Model performance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Miloni Agrawal</dc:creator>
  <cp:lastModifiedBy>Miloni Agrawal</cp:lastModifiedBy>
  <cp:revision>1</cp:revision>
  <dcterms:created xsi:type="dcterms:W3CDTF">2025-06-06T18:23:02Z</dcterms:created>
  <dcterms:modified xsi:type="dcterms:W3CDTF">2025-06-10T04:15:12Z</dcterms:modified>
</cp:coreProperties>
</file>